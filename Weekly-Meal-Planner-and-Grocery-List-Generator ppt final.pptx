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Baloo 2 SemiBold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 Bold" panose="00000800000000000000" pitchFamily="2" charset="0"/>
      <p:regular r:id="rId19"/>
      <p:bold r:id="rId20"/>
    </p:embeddedFont>
    <p:embeddedFont>
      <p:font typeface="Nunito" panose="020F0502020204030204" pitchFamily="2" charset="0"/>
      <p:regular r:id="rId21"/>
    </p:embeddedFont>
    <p:embeddedFont>
      <p:font typeface="Nunito Bold" panose="020B0604020202020204" charset="0"/>
      <p:regular r:id="rId22"/>
    </p:embeddedFont>
    <p:embeddedFont>
      <p:font typeface="Nunito SemiBold" panose="020F0502020204030204" pitchFamily="2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60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D37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533400"/>
            <a:ext cx="586725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JAVA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495" y="1043489"/>
            <a:ext cx="5435464" cy="2880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Weekly Meal Planner &amp; Grocery List Generator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495" y="3943951"/>
            <a:ext cx="5435464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Turn weekly meal choices into an organized plan and a practical shopping list.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495" y="4768255"/>
            <a:ext cx="586725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SK Varsha .  2620030008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 Sahasra · 2620090001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42" y="0"/>
            <a:ext cx="58926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4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Meal planning gets messy before the week even starts.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39379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Small planning gaps become shopping friction.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5745416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3195" y="3784600"/>
            <a:ext cx="554222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SCATTERED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3195" y="4046438"/>
            <a:ext cx="533902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Choices live in too many places.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3195" y="4568329"/>
            <a:ext cx="5339026" cy="48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Choosing meals repeatedly creates friction.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Ingredients can be missed when plans live in scattered notes.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3195" y="5220791"/>
            <a:ext cx="554222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week starts with decisions, not structure.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50109" y="3581400"/>
            <a:ext cx="6141586" cy="32766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78703" y="3810000"/>
            <a:ext cx="591299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CONSEQUENCE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78703" y="4071838"/>
            <a:ext cx="5684398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Small mismatches add up.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78703" y="5363270"/>
            <a:ext cx="5912992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missed ingredient can mean extra cost, extra trips, and wasted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03" y="5786041"/>
            <a:ext cx="1875783" cy="31651"/>
          </a:xfrm>
          <a:prstGeom prst="roundRect">
            <a:avLst>
              <a:gd name="adj" fmla="val 49998"/>
            </a:avLst>
          </a:prstGeom>
          <a:solidFill>
            <a:srgbClr val="3C5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78703" y="6025753"/>
            <a:ext cx="5912992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shopping list is the symptom.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The goal: make a weekly plan in one simple flow.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270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Capture the week once, keep it reviewable, and make the experience useful without adding complexity as chosen meals become groceries.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3860703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9393" y="3959820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3267" y="3860800"/>
            <a:ext cx="305804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Capture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3267" y="4382691"/>
            <a:ext cx="333743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Enter meals for each day of the week.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5496" y="3581400"/>
            <a:ext cx="3860703" cy="32766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44889" y="3959820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8762" y="3860800"/>
            <a:ext cx="305804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Organize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88762" y="4382691"/>
            <a:ext cx="333743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Keep the plan structured and easy to review.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30992" y="3581400"/>
            <a:ext cx="3860703" cy="3276600"/>
          </a:xfrm>
          <a:prstGeom prst="rect">
            <a:avLst/>
          </a:prstGeom>
          <a:solidFill>
            <a:srgbClr val="6F86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10385" y="3959820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54258" y="3860800"/>
            <a:ext cx="305804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1F2D24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Generate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54258" y="4382691"/>
            <a:ext cx="3058044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D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Turn planned meals into a grocery list for execution.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Four features turn choices into a usable week.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270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feature moves the user from input toward a clearer next action.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2013347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4F6B5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2226667"/>
            <a:ext cx="533386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2488505"/>
            <a:ext cx="533386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Weekly meal entry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2933204"/>
            <a:ext cx="533386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Add meals and ingredients for every 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244" y="2013347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4F6B5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244" y="2226667"/>
            <a:ext cx="533386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48244" y="2488505"/>
            <a:ext cx="533386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Organized plan view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48244" y="2933204"/>
            <a:ext cx="533386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Review the full week in one clear layout.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85" y="3452813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4F6B5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3666133"/>
            <a:ext cx="533386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585" y="3927971"/>
            <a:ext cx="533386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Automatic grocery list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9585" y="4372670"/>
            <a:ext cx="533386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Generate one list from all planned meals.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244" y="3452813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4F6B55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8244" y="3666133"/>
            <a:ext cx="533386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48244" y="3927971"/>
            <a:ext cx="533386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Simple console interaction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48244" y="4372670"/>
            <a:ext cx="533386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Keep the workflow focused and approachable.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62301" cy="68580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52396" y="152400"/>
            <a:ext cx="3809905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JAVA 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396" y="641945"/>
            <a:ext cx="3657509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Core Java concepts make the workflow reliable.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2396" y="3150195"/>
            <a:ext cx="3657509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language feature has a clear job inside the application.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67093" y="0"/>
            <a:ext cx="3809905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1087" y="254000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21087" y="515838"/>
            <a:ext cx="330191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Classes &amp; objects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21087" y="1037729"/>
            <a:ext cx="355591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 meals and planning behavior.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1087" y="1462088"/>
            <a:ext cx="1089593" cy="19050"/>
          </a:xfrm>
          <a:prstGeom prst="roundRect">
            <a:avLst>
              <a:gd name="adj" fmla="val 49999"/>
            </a:avLst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21087" y="1690688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Reusable program structures.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81790" y="0"/>
            <a:ext cx="3809905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35784" y="254000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ORGANIZE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35784" y="515838"/>
            <a:ext cx="330191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Collections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35784" y="1037729"/>
            <a:ext cx="355591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Organize meal and ingredient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35784" y="1462088"/>
            <a:ext cx="1089593" cy="19050"/>
          </a:xfrm>
          <a:prstGeom prst="roundRect">
            <a:avLst>
              <a:gd name="adj" fmla="val 49999"/>
            </a:avLst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35784" y="1690688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Structures support the workflow.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67093" y="3581400"/>
            <a:ext cx="3809905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21087" y="3835400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1087" y="4097238"/>
            <a:ext cx="330191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Conditionals &amp; loops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21087" y="4619129"/>
            <a:ext cx="3301917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Drive weekly entry, validation, review, and list generation.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1087" y="5258296"/>
            <a:ext cx="1089593" cy="19050"/>
          </a:xfrm>
          <a:prstGeom prst="roundRect">
            <a:avLst>
              <a:gd name="adj" fmla="val 49999"/>
            </a:avLst>
          </a:prstGeom>
          <a:solidFill>
            <a:srgbClr val="6F86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21087" y="5486896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flow responds to user input.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81790" y="3581400"/>
            <a:ext cx="3809905" cy="32766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35784" y="3835400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35784" y="4097238"/>
            <a:ext cx="330191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Console &amp; file I/O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635784" y="4619129"/>
            <a:ext cx="355591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Support interaction and persistence.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35784" y="5043488"/>
            <a:ext cx="1089593" cy="19050"/>
          </a:xfrm>
          <a:prstGeom prst="roundRect">
            <a:avLst>
              <a:gd name="adj" fmla="val 49999"/>
            </a:avLst>
          </a:prstGeom>
          <a:solidFill>
            <a:srgbClr val="3C5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35784" y="5272088"/>
            <a:ext cx="3555911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Input becomes persistent output.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ARCHITECTURE · CORE RESPONSIBILITIES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Separate the data, the planning logic, and the user flow.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112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clear boundary between responsibilities keeps the console experience easy to change.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3340398"/>
            <a:ext cx="3108942" cy="1721346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3994" y="3594398"/>
            <a:ext cx="28549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DOMAIN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3994" y="3856236"/>
            <a:ext cx="260095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Meal data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3994" y="4378127"/>
            <a:ext cx="2600954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Captures a meal name and its ingredients list.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9949" y="3340398"/>
            <a:ext cx="3291797" cy="1721346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3942" y="3594398"/>
            <a:ext cx="303780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3942" y="3856236"/>
            <a:ext cx="2783810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Planner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3942" y="4378127"/>
            <a:ext cx="2783810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Assembles the weekly plan and coordinates meal actions.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2753" y="3340398"/>
            <a:ext cx="3108942" cy="1721346"/>
          </a:xfrm>
          <a:prstGeom prst="rect">
            <a:avLst/>
          </a:prstGeom>
          <a:solidFill>
            <a:srgbClr val="3C5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36747" y="3594398"/>
            <a:ext cx="285494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36747" y="3856236"/>
            <a:ext cx="260095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Grocery list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36747" y="4378127"/>
            <a:ext cx="2600954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Converts meals into combined shopping needs.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366445"/>
            <a:ext cx="12191695" cy="1491555"/>
          </a:xfrm>
          <a:prstGeom prst="rect">
            <a:avLst/>
          </a:prstGeom>
          <a:solidFill>
            <a:srgbClr val="3C4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03195" y="5569645"/>
            <a:ext cx="1198850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C8D6C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FLOW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3195" y="5925840"/>
            <a:ext cx="1198850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A7BEAC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Console input</a:t>
            </a: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keeps the console experience clear: enter meals → review the plan → generate output → </a:t>
            </a:r>
            <a:r>
              <a:rPr lang="en-US" sz="1200" b="1" dirty="0">
                <a:solidFill>
                  <a:srgbClr val="AFBEA7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action-ready list</a:t>
            </a: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Three steps move from meal entry to grocery list.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112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focused journey keeps the user moving forward instead of switching between scattered notes.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3340398"/>
            <a:ext cx="3860703" cy="136525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2396" y="3492798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396" y="3706118"/>
            <a:ext cx="3555812" cy="1905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2396" y="3816548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Enter meals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2396" y="4338439"/>
            <a:ext cx="370830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Capture meals across the week, day by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5496" y="3340398"/>
            <a:ext cx="3860703" cy="136525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17892" y="3492798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7892" y="3706118"/>
            <a:ext cx="3555812" cy="1905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17892" y="3816548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Review the plan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17892" y="4338439"/>
            <a:ext cx="370830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Organize choices into a readable weekly 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30992" y="3340398"/>
            <a:ext cx="3860703" cy="136525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83388" y="3492798"/>
            <a:ext cx="79254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83388" y="3706118"/>
            <a:ext cx="3555812" cy="1905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483388" y="3816548"/>
            <a:ext cx="355591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Generate groceries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83388" y="4338439"/>
            <a:ext cx="3708307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Create the list needed to execute the week.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251648"/>
            <a:ext cx="12191695" cy="1606352"/>
          </a:xfrm>
          <a:prstGeom prst="rect">
            <a:avLst/>
          </a:prstGeom>
          <a:solidFill>
            <a:srgbClr val="6F86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0" y="5429448"/>
            <a:ext cx="12191695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D24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Final output:</a:t>
            </a:r>
            <a:r>
              <a:rPr lang="en-US" sz="1200" dirty="0">
                <a:solidFill>
                  <a:srgbClr val="1F2D2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one clear plan, with a cleaner ingredient list.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132161" cy="68580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53994" y="254000"/>
            <a:ext cx="6878168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grocery-planner.exe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53994" y="1662509"/>
            <a:ext cx="6624174" cy="3717727"/>
          </a:xfrm>
          <a:prstGeom prst="roundRect">
            <a:avLst>
              <a:gd name="adj" fmla="val 3689"/>
            </a:avLst>
          </a:prstGeom>
          <a:solidFill>
            <a:srgbClr val="3C4A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6849" y="1814909"/>
            <a:ext cx="6258463" cy="341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Weekly Meal Planner =====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Monday: Pasta with Tomato Sauce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Ingredients: pasta, tomato sauce, garlic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Tuesday: Grilled Chicken &amp; Rice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Ingredients: chicken, rice, garlic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Weekly Grocery List =====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pasta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tomato sauce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garlic (x2)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chicken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rice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Grocery list saved to grocerylist.txt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90848" y="254000"/>
            <a:ext cx="45008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WEEKLY MEAL PLANNER · SAMPLE RUN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90848" y="515838"/>
            <a:ext cx="4246853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The console turns input into an action-ready plan.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90848" y="2001738"/>
            <a:ext cx="4246853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simple terminal flow collects meals, combines ingredients, and saves the final list for shopping.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0848" y="2639318"/>
            <a:ext cx="1401331" cy="31651"/>
          </a:xfrm>
          <a:prstGeom prst="roundRect">
            <a:avLst>
              <a:gd name="adj" fmla="val 49998"/>
            </a:avLst>
          </a:prstGeom>
          <a:solidFill>
            <a:srgbClr val="6F86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90848" y="3050480"/>
            <a:ext cx="45008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THE RUN SHOWS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90848" y="3312319"/>
            <a:ext cx="4246853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Input becomes action.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90848" y="3921919"/>
            <a:ext cx="4246853" cy="42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application connects weekly choices to a useful result without hiding the process.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90848" y="4694436"/>
            <a:ext cx="45008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DETAIL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90848" y="4956274"/>
            <a:ext cx="4246853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garlic (x2)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90848" y="5478165"/>
            <a:ext cx="4500847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Repeated ingredients are counted once, with the quantity preserved.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A focused toolkit keeps the project approachable.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112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Each tool supports one part of building, testing, or running the application.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861270"/>
            <a:ext cx="3454314" cy="1541165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3064470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3539728"/>
            <a:ext cx="30479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Java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12780" y="3984427"/>
            <a:ext cx="3251119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Application logic.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8691" y="2861270"/>
            <a:ext cx="3454314" cy="1541165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3064470"/>
            <a:ext cx="38099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1886" y="3539728"/>
            <a:ext cx="30479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Console I/O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71886" y="3984427"/>
            <a:ext cx="3251119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User interaction.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27797" y="2861270"/>
            <a:ext cx="3454314" cy="1541165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992" y="3064470"/>
            <a:ext cx="38099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0992" y="3539728"/>
            <a:ext cx="3047924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Collections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30992" y="3984427"/>
            <a:ext cx="3251119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Structured meal data.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9585" y="4707235"/>
            <a:ext cx="5333867" cy="1541165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80" y="4910435"/>
            <a:ext cx="380990" cy="381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2780" y="5385693"/>
            <a:ext cx="492747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File behavior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812780" y="5830391"/>
            <a:ext cx="5130672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Practical data handling.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48244" y="4707235"/>
            <a:ext cx="5333867" cy="1541165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39" y="4910435"/>
            <a:ext cx="380990" cy="381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51439" y="5385693"/>
            <a:ext cx="492747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IDE + terminal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451439" y="5830391"/>
            <a:ext cx="5130672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Build and test.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REFLECTION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71438"/>
            <a:ext cx="10972526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E7EFE5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The build exposed the real engineering lessons.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627088"/>
            <a:ext cx="11582110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8D6C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Even a small console program benefits from deliberate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5745416" cy="3276600"/>
          </a:xfrm>
          <a:prstGeom prst="rect">
            <a:avLst/>
          </a:prstGeom>
          <a:solidFill>
            <a:srgbClr val="1B26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4792" y="3886200"/>
            <a:ext cx="5440623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792" y="4148038"/>
            <a:ext cx="513583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Messy inputs create messy output.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4792" y="4669929"/>
            <a:ext cx="5135831" cy="747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Ingredients can be duplicated.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Invalid input can interrupt the flow.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Nested data can become difficult to maintain.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50109" y="3581400"/>
            <a:ext cx="6141586" cy="3276600"/>
          </a:xfrm>
          <a:prstGeom prst="rect">
            <a:avLst/>
          </a:prstGeom>
          <a:solidFill>
            <a:srgbClr val="4F6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54901" y="3886200"/>
            <a:ext cx="583679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kern="0" spc="62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LEARNING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4901" y="4148038"/>
            <a:ext cx="5532001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Baloo 2 SemiBold" pitchFamily="34" charset="0"/>
                <a:ea typeface="Baloo 2 SemiBold" pitchFamily="34" charset="-122"/>
                <a:cs typeface="Baloo 2 SemiBold" pitchFamily="34" charset="-120"/>
              </a:rPr>
              <a:t>Structure is a feature.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54901" y="4669929"/>
            <a:ext cx="5532001" cy="747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clean data model makes later features easier.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Validation protects the user flow.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Separated responsibilities improve readability and maintenance.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4901" y="5625108"/>
            <a:ext cx="1825381" cy="31651"/>
          </a:xfrm>
          <a:prstGeom prst="roundRect">
            <a:avLst>
              <a:gd name="adj" fmla="val 49998"/>
            </a:avLst>
          </a:prstGeom>
          <a:solidFill>
            <a:srgbClr val="3C5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4901" y="5864820"/>
            <a:ext cx="5836794" cy="184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Small programs still deserve thoughtful engineering.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4F3BB-4620-6052-5D42-9CAB858D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5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792</Words>
  <Application>Microsoft Office PowerPoint</Application>
  <PresentationFormat>Widescreen</PresentationFormat>
  <Paragraphs>155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Baloo 2 SemiBold</vt:lpstr>
      <vt:lpstr>Nunito</vt:lpstr>
      <vt:lpstr>Montserrat Bold</vt:lpstr>
      <vt:lpstr>Nunito Bold</vt:lpstr>
      <vt:lpstr>Nunito SemiBold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Varsha S K</dc:creator>
  <cp:lastModifiedBy>Varsha S K</cp:lastModifiedBy>
  <cp:revision>2</cp:revision>
  <dcterms:created xsi:type="dcterms:W3CDTF">2026-09-24T07:20:37Z</dcterms:created>
  <dcterms:modified xsi:type="dcterms:W3CDTF">2026-09-24T07:28:15Z</dcterms:modified>
</cp:coreProperties>
</file>